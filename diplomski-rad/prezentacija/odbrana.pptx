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sto za napomene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sr-Latn-R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Predstavi se i pročitaj temu jednom rečenicom, ne doslovno naslov. Odmah najavi: „Govoriću o tome zašto standardna navigacija nije upotrebljiva za kamion i šta sam uradio da to rešim."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Ispričaj konkretan primer, ne apstrakciju: vozilo visine 4,7 m i nadvožnjak od 4,5 m. Naglasi da su ovo tri različita problema — nedostatak podataka, nedostatak transparentnosti i cena.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Ovo je mapa puta cele prezentacije. Najavi da će težište biti na prva tri doprinosa, a četvrti ćeš proći kraće. Ne ulazi u detalje ovde — samo postavi očekivanja.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Prati jedan tok prstom po dijagramu, ne opisuj kutije redom: POST /routes → Valhalla vrati 3 alternative → scoring rangira → explain objasni → odgovor klijentu. Zatim jednom rečenicom pomeni da je sve kontejnerizovano.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Brzo. Jedina poenta koja mora da se čuje: ograničenja u OSM-u nisu konzistentno zavedena — to je uticalo i na filter i na dizajn sopstvenog grafa, i kasnije objašnjava negativan nalaz na slajdu 16.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Ovo je najverovatnije pitanje komisije („zašto niste sami napisali engine?"). Otvori ga sam, pre nego što te pitaju — tako to prestaje da bude slabost i postaje svesna odluka o obimu.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Ne čitaj JSON. Reci dve stvari: profil vozila je parametar zahteva, i odgovor ne otkriva koje ograničenje je delovalo — što je direktna motivacija za slajd 9.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Poenta u jednoj rečenici: Valhalla vraća do tri alternative, ali ih ne rangira — sve tri su joj podjednako dopustive. Najavi slajd 15: vremenski član nije dodat unapred, dodat je zato što je konkretan test pokazao pogrešan ishod.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Uspori. Dve stvari izgovori eksplicitno:</a:t>
            </a:r>
          </a:p>
          <a:p>
            <a:r>
              <a:rPr lang="sr-Latn-RS" dirty="0"/>
              <a:t>1. Slučaj je stvaran i ručno potvrđen pre nego što je automatizovan — nije hipotetički.</a:t>
            </a:r>
          </a:p>
          <a:p>
            <a:r>
              <a:rPr lang="sr-Latn-RS" dirty="0"/>
              <a:t>2. Snimak dole levo je stvaran izlaz aplikacije, ali drugog slučaja (vozilo 4,0 m na E 75) — pokazuje da mehanizam radi, ne sam slučaj Novi Banovci; nemoj ih pomešati.</a:t>
            </a:r>
          </a:p>
          <a:p>
            <a:r>
              <a:rPr lang="sr-Latn-RS" dirty="0"/>
              <a:t>3. Poređenje je geometrijsko, ne po nazivima ulica: dve rute do istog odredišta mogu imati potpuno različitu strukturu manevara, pa poređenje po poziciji u nizu otkazuje čim se rute globalno raziđu.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Naglasi da modul nije uvezan u main.go — čista Go biblioteka koja se pokreće isključivo kroz testove. To je poenta slajda 6: demonstracija principa, ne zamena za Valhallu. Pojednostavljenje sa penalom za skretanje reci sam, otvoreno.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Brzo, ovo je „obim rada" slajd. Ako kasniš — zadrži se samo na token_version triku i na pravilu da vozilo pripada tačno jednom vlasniku, jer to modeluje stvaran scenario iz transportne prakse.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1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Naglasi da je ovo stvaran asinhroni tok, ne dekoracija: računanje predloga pauze je izmešteno s HTTP niti. Detalj sa „poslednja poznata pozicija novom pretplatniku" pokazuje da je razmišljano o stvarnom ponašanju, ne samo o srećnom scenariju.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1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Zameni ova četiri okvira stvarnim screenshot-ovima aplikacije pre odbrane. U izlaganju ne nabrajaj ekrane — pokaži dva detalja koji pokazuju promišljenost: provera blizine polazišta i automatski reroute.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Ne čitaj tabelu. Izvuci dva zaključka: (1) A* daje isti put uz manje pregledanih čvorova, kako teorija predviđa za dopustivu heuristiku; (2) pretraga nije usko grlo, izgradnja grafa jeste — što zatvara krug sa slajdom 6.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1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Ovo je konkretan dokaz da sloj rangiranja menja ishod — bez njega bi „sirov" izbor prve Valhalla alternative bio objektivno pogrešan. Poveži sa slajdom 8.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1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Negativan nalaz izgovori sam — komisija ga ceni više nego prećutan uspeh. Poveži sa slajdom 5: OSM zavodi ograničenja na dva nivoa, i to je tačno objašnjenje zašto se slučaj ne reprodukuje.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pomene 1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RS" dirty="0"/>
              <a:t>Tri rečenice, mirno i bez žurbe. Zastani posle poslednje, pa zahvali. Ne dodaj nove informacije na kraju.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jd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dbrana">
  <a:themeElements>
    <a:clrScheme name="Odbrana">
      <a:dk1>
        <a:sysClr val="windowText" lastClr="000000"/>
      </a:dk1>
      <a:lt1>
        <a:sysClr val="window" lastClr="FFFFFF"/>
      </a:lt1>
      <a:dk2>
        <a:srgbClr val="13161B"/>
      </a:dk2>
      <a:lt2>
        <a:srgbClr val="E9ECF0"/>
      </a:lt2>
      <a:accent1>
        <a:srgbClr val="F0A92B"/>
      </a:accent1>
      <a:accent2>
        <a:srgbClr val="8B95A3"/>
      </a:accent2>
      <a:accent3>
        <a:srgbClr val="4FA97C"/>
      </a:accent3>
      <a:accent4>
        <a:srgbClr val="D9614B"/>
      </a:accent4>
      <a:accent5>
        <a:srgbClr val="5A6675"/>
      </a:accent5>
      <a:accent6>
        <a:srgbClr val="2C333D"/>
      </a:accent6>
      <a:hlink>
        <a:srgbClr val="F0A92B"/>
      </a:hlink>
      <a:folHlink>
        <a:srgbClr val="8B95A3"/>
      </a:folHlink>
    </a:clrScheme>
    <a:fontScheme name="Odbrana">
      <a:majorFont>
        <a:latin typeface="DejaVu Sans Condensed"/>
        <a:ea typeface=""/>
        <a:cs typeface=""/>
      </a:majorFont>
      <a:minorFont>
        <a:latin typeface="DejaVu Sans"/>
        <a:ea typeface=""/>
        <a:cs typeface=""/>
      </a:minorFont>
    </a:fontScheme>
    <a:fmtScheme name="Odbran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